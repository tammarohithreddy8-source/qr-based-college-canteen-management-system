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71" r:id="rId2"/>
    <p:sldId id="305" r:id="rId3"/>
    <p:sldId id="306" r:id="rId4"/>
    <p:sldId id="307" r:id="rId5"/>
    <p:sldId id="308" r:id="rId6"/>
    <p:sldId id="309" r:id="rId7"/>
    <p:sldId id="313" r:id="rId8"/>
    <p:sldId id="312" r:id="rId9"/>
    <p:sldId id="30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F96779-8682-4CD9-90C2-D7A49281830D}">
          <p14:sldIdLst>
            <p14:sldId id="271"/>
            <p14:sldId id="305"/>
            <p14:sldId id="306"/>
            <p14:sldId id="307"/>
            <p14:sldId id="308"/>
            <p14:sldId id="309"/>
            <p14:sldId id="313"/>
            <p14:sldId id="312"/>
          </p14:sldIdLst>
        </p14:section>
        <p14:section name="Untitled Section" id="{18D748A1-B9CB-40AB-9130-D732C7E4D7E9}">
          <p14:sldIdLst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DD8ACB-2480-836F-8513-F809A1C233EF}" name="Abraham Dinakaran J" initials="ADJ" userId="S::adinakaran@kluniversity.in::a265c4b0-0b4d-41cc-8169-c05df22ffe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60A6ED-D754-3A90-DAF7-70FD5B2425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D1BF4-1F04-3875-1E59-B801C90A59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FC287-3538-4997-9970-44BF1FF30DD5}" type="datetime1">
              <a:rPr lang="en-IN" smtClean="0"/>
              <a:t>07-01-2026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EF107-E196-D5EA-171E-D24D64E6F4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B73E3-5749-B011-7B11-AC3734830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FDA32-7B86-4AE0-9240-7E2DEEC04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150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1657D-0517-4C9F-B58C-7229AAFEBC31}" type="datetime1">
              <a:rPr lang="en-IN" smtClean="0"/>
              <a:t>07-01-2026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71A4B-7F78-4497-A7BB-B19313066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75288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21978-3473-EC9A-5F36-618E485DBE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E581EE8-6511-46D3-8A2A-80CFF2C8D0A3}" type="datetime1">
              <a:rPr lang="en-IN" smtClean="0"/>
              <a:t>07-01-2026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301657D-0517-4C9F-B58C-7229AAFEBC31}" type="datetime1">
              <a:rPr lang="en-IN" smtClean="0"/>
              <a:t>07-01-2026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71A4B-7F78-4497-A7BB-B19313066BC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221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526385"/>
            <a:ext cx="1200150" cy="266702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8453BCF2-CB48-4BA2-A036-8950CD1C6A9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0" y="642796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91000" y="6535592"/>
            <a:ext cx="457200" cy="26670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32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92875"/>
            <a:ext cx="1123950" cy="26728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F0926A81-3A46-4B7B-A2F8-E2A558D9191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62400" y="6492875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45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497C174-5A51-4D18-8F67-D9F14D2F34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13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CE59E2F-5892-435A-AE19-CDF7821064E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6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EFAB2A4-D3CE-4715-B935-416579E771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90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B65A450-9487-4E64-AB52-9E7DA1C377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96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014150-8307-4D3C-BBBB-0734CBD939B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51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D880DA0-68D9-4E75-BA39-DC1403DEB0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672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B4E1A77-28DA-48C1-B06D-78B5B0A2C0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18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6EF5A3-7886-44C2-92BF-298F6F90413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69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48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2"/>
            <a:ext cx="9144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1"/>
            <a:ext cx="9144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4419600" y="3179470"/>
            <a:ext cx="4648200" cy="3588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15990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9AF5A-AC2F-36ED-506D-7C37D0453E6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45720"/>
            <a:ext cx="838201" cy="7924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7DCBA-940B-49AA-1A04-53135CCC539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196" y="6400799"/>
            <a:ext cx="2331280" cy="3435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3D559A-CBC2-B8F4-6F19-4FADD0B3556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828" y="228600"/>
            <a:ext cx="458972" cy="4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3124200" y="1115413"/>
            <a:ext cx="3364748" cy="431074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2492519" y="1051115"/>
            <a:ext cx="4382085" cy="5308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defTabSz="685800"/>
            <a:r>
              <a:rPr lang="en-US" sz="3000" dirty="0">
                <a:solidFill>
                  <a:srgbClr val="C00000"/>
                </a:solidFill>
                <a:latin typeface="Calibri"/>
                <a:cs typeface="Poppins" pitchFamily="2" charset="77"/>
              </a:rPr>
              <a:t>  Department of MCA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564C1-42F5-AD4A-0ADC-BCBCEC726661}"/>
              </a:ext>
            </a:extLst>
          </p:cNvPr>
          <p:cNvSpPr txBox="1"/>
          <p:nvPr/>
        </p:nvSpPr>
        <p:spPr>
          <a:xfrm>
            <a:off x="1905000" y="1955103"/>
            <a:ext cx="6324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:- </a:t>
            </a:r>
            <a:r>
              <a:rPr lang="nl-NL" sz="2400" b="1">
                <a:solidFill>
                  <a:srgbClr val="FF0000"/>
                </a:solidFill>
              </a:rPr>
              <a:t>QR-Based </a:t>
            </a:r>
            <a:r>
              <a:rPr lang="nl-NL" sz="2400" b="1" dirty="0">
                <a:solidFill>
                  <a:srgbClr val="FF0000"/>
                </a:solidFill>
              </a:rPr>
              <a:t>College Canteen Management System</a:t>
            </a:r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MNV KIRAN BABU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A6002-0BD6-E007-0EEC-34FFB9F2484A}"/>
              </a:ext>
            </a:extLst>
          </p:cNvPr>
          <p:cNvSpPr txBox="1"/>
          <p:nvPr/>
        </p:nvSpPr>
        <p:spPr>
          <a:xfrm>
            <a:off x="6096000" y="4267200"/>
            <a:ext cx="289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By 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Student Name ROHITH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Roll No. 2401600139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Dept. of MCA.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KL University.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E21753-3E0D-605E-7803-9C7F03A4564D}"/>
              </a:ext>
            </a:extLst>
          </p:cNvPr>
          <p:cNvSpPr txBox="1"/>
          <p:nvPr/>
        </p:nvSpPr>
        <p:spPr>
          <a:xfrm>
            <a:off x="266700" y="990600"/>
            <a:ext cx="8610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4">
                    <a:lumMod val="50000"/>
                  </a:schemeClr>
                </a:solidFill>
              </a:rPr>
              <a:t>ProblemStatement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Manual canteen ordering causes long queues, order mistakes, and payment delays, leading to poor user experience and inefficient management.</a:t>
            </a:r>
          </a:p>
          <a:p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Clearly define the problem</a:t>
            </a: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College canteens face long queues, manual order taking, and payment delays, which waste time and reduce service efficiency for students and staff.</a:t>
            </a:r>
          </a:p>
          <a:p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Existing issues / limitations</a:t>
            </a: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The current manual system leads to order errors, slow processing, poor record maintenance, and difficulty in managing peak-hour crowding.</a:t>
            </a:r>
          </a:p>
          <a:p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Why this problem needs a solution</a:t>
            </a: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A digital QR-code based system speeds up ordering and payment, reduces errors, improves customer experience, and enables efficient canteen management.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47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31F2A-80CB-3FB7-FBCC-98BA4C18F073}"/>
              </a:ext>
            </a:extLst>
          </p:cNvPr>
          <p:cNvSpPr txBox="1"/>
          <p:nvPr/>
        </p:nvSpPr>
        <p:spPr>
          <a:xfrm>
            <a:off x="457200" y="838200"/>
            <a:ext cx="84582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Scope of the Project</a:t>
            </a:r>
          </a:p>
          <a:p>
            <a:pPr>
              <a:buNone/>
            </a:pP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The project focuses on digitizing the college canteen ordering and billing process using a QR-code based system for faster and efficient service.</a:t>
            </a:r>
          </a:p>
          <a:p>
            <a:pPr>
              <a:buNone/>
            </a:pP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What the system covers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The system covers QR code scanning, digital menu display, online order placement, order management, and basic payment tracking.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What is not included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The system does not include third-party delivery services, advanced analytics, or integration with external payment gateways beyond basic functionality.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Target users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The target users are college students, faculty members, canteen staff, and administrators managing daily canteen operations.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04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94ED9-ADFF-4FC2-B853-609D2D1326CE}"/>
              </a:ext>
            </a:extLst>
          </p:cNvPr>
          <p:cNvSpPr txBox="1"/>
          <p:nvPr/>
        </p:nvSpPr>
        <p:spPr>
          <a:xfrm>
            <a:off x="152400" y="914400"/>
            <a:ext cx="8915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Proposed Solution</a:t>
            </a: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Overview of your solution → how it solves the problem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The proposed system uses QR codes to allow users to scan, view the menu, place orders, and make payments digitally, reducing waiting time and manual effort.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QR-based menu access, online order placement, digital billing, real-time order tracking, and an admin panel for managing orders and menu items.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Innovation / uniqueness (if any)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The use of QR codes eliminates the need for physical menus and counters, enabling a contactless, fast, and user-friendly canteen management solution.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947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D2F0FE-96E2-FF46-4E0B-722889BA4A90}"/>
              </a:ext>
            </a:extLst>
          </p:cNvPr>
          <p:cNvSpPr txBox="1"/>
          <p:nvPr/>
        </p:nvSpPr>
        <p:spPr>
          <a:xfrm>
            <a:off x="914400" y="457200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System Architecture</a:t>
            </a: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2" name="Picture 1" descr="C:\Users\1108\AppData\Local\Microsoft\Windows\INetCache\Content.MSO\51EE9FCD.tmp">
            <a:extLst>
              <a:ext uri="{FF2B5EF4-FFF2-40B4-BE49-F238E27FC236}">
                <a16:creationId xmlns:a16="http://schemas.microsoft.com/office/drawing/2014/main" id="{2669FFAB-8EAE-CF8B-6AB8-1DC138B88BE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62000"/>
            <a:ext cx="73152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117D9A-3066-DBB8-12A6-8E8226B3AD13}"/>
              </a:ext>
            </a:extLst>
          </p:cNvPr>
          <p:cNvSpPr txBox="1"/>
          <p:nvPr/>
        </p:nvSpPr>
        <p:spPr>
          <a:xfrm>
            <a:off x="114300" y="3886200"/>
            <a:ext cx="89154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/>
              <a:t>Components Explanation</a:t>
            </a:r>
          </a:p>
          <a:p>
            <a:r>
              <a:rPr lang="en-US" dirty="0"/>
              <a:t>The main components include the user interface (QR scan &amp; menu), backend server for order processing, database for storing user and order details, and admin panel for management.</a:t>
            </a:r>
          </a:p>
          <a:p>
            <a:endParaRPr lang="en-US" dirty="0"/>
          </a:p>
          <a:p>
            <a:r>
              <a:rPr lang="en-US" b="1" dirty="0"/>
              <a:t>Data Flow Overview</a:t>
            </a:r>
          </a:p>
          <a:p>
            <a:r>
              <a:rPr lang="en-US" dirty="0"/>
              <a:t>User scans the QR code and places an order, which is sent to the server and stored in the database; the admin receives the order and updates the order status in real time.</a:t>
            </a: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9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DA2C5-CE0B-8BED-AC2B-0EC24726BDF2}"/>
              </a:ext>
            </a:extLst>
          </p:cNvPr>
          <p:cNvSpPr txBox="1"/>
          <p:nvPr/>
        </p:nvSpPr>
        <p:spPr>
          <a:xfrm>
            <a:off x="152400" y="990600"/>
            <a:ext cx="8839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Frontend</a:t>
            </a:r>
          </a:p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Technologies Used</a:t>
            </a:r>
          </a:p>
          <a:p>
            <a:pPr>
              <a:buNone/>
            </a:pP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HTML, CSS, and JavaScript 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Backend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Database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SQLLITE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Tools &amp; Libraries 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Tools such as VS Code, XAMPP, phpMyAdmin, and QR code libraries are used for development, testing, and database management.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43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6CD8D7-7384-96A0-BC96-7ABEC316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6A81-3A46-4B7B-A2F8-E2A558D9191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157E08-AA0C-D367-C354-8B95BBDD2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A7DD0B-2E9F-5087-115A-A8F9FF4BA6CE}"/>
              </a:ext>
            </a:extLst>
          </p:cNvPr>
          <p:cNvSpPr txBox="1">
            <a:spLocks/>
          </p:cNvSpPr>
          <p:nvPr/>
        </p:nvSpPr>
        <p:spPr>
          <a:xfrm>
            <a:off x="159170" y="990600"/>
            <a:ext cx="8825659" cy="4724400"/>
          </a:xfrm>
          <a:prstGeom prst="rect">
            <a:avLst/>
          </a:prstGeom>
        </p:spPr>
        <p:txBody>
          <a:bodyPr numCol="3" spcCol="36000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  <a:endParaRPr lang="en-I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Login: Admins can securely log in using authorized credentials to access system features.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Canteen Staff Management: Admins can add, view, update, or remove canteen staff from the system.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Dashboard Management:</a:t>
            </a:r>
            <a:b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A graphical dashboard displays real-time statistics including: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Generation: Admins can download revenue and user data in Excel format for analysis and record-keeping.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Feedback Management: Admins can view feedback submitted by students for service   improvement.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Logout: Allows the administrator to safely exit the session.</a:t>
            </a:r>
          </a:p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Canteen Module:</a:t>
            </a:r>
            <a:endParaRPr lang="en-I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Login: Canteen staff can log in securely to manage daily operations.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Management: Staff can view pending and confirmed orders on a dashboard and update order status after delivery.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QR Code / Order ID Confirmation: Orders can be retrieved and confirmed quickly using QR code scanning or by entering the Order ID.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Food Item Management: Staff can add, delete, or update available food items on the menu.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Management: Staff can track stock levels and update item quantities in real time.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Logout: Allows staff to log out securely after completing tasks.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Module:</a:t>
            </a:r>
            <a:endParaRPr lang="en-I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Login: Students can securely log in to place orders and manage their accounts.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Menu Browsing: Students can view the list of available food items with prices and descriptions.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Order Placement: Students can add items to a cart, make payments, and receive an Order ID and a QR Code for order pickup.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Order History: Students can track previous orders and payment statuses.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Feedback Submission: Students can submit feedback to improve services.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Management: Students can manage their personal and contact information.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Logout: Students can log out safely after using the system.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065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EB777-C95D-09BB-A60B-759358E1A1A9}"/>
              </a:ext>
            </a:extLst>
          </p:cNvPr>
          <p:cNvSpPr txBox="1"/>
          <p:nvPr/>
        </p:nvSpPr>
        <p:spPr>
          <a:xfrm>
            <a:off x="190500" y="1295400"/>
            <a:ext cx="8763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Conclusion</a:t>
            </a:r>
          </a:p>
          <a:p>
            <a:pPr>
              <a:buNone/>
            </a:pP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Project summary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The QR-Code College Canteen Management System digitizes the ordering and billing process, reducing queues and improving efficiency through a fast, contactless solution.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Achievements</a:t>
            </a: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/>
              <a:t>The project successfully minimizes manual work, reduces order errors, and provides a user-friendly platform for both customers and canteen administrators.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491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07B40-F3AF-2790-9D83-084973D0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E312-D377-4697-A13B-02932CBFB11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896755-F7E4-8A45-4412-C4231E03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19400" y="2895600"/>
            <a:ext cx="5715000" cy="1295400"/>
          </a:xfrm>
        </p:spPr>
        <p:txBody>
          <a:bodyPr/>
          <a:lstStyle/>
          <a:p>
            <a:r>
              <a:rPr lang="en-US" sz="4800" b="1" dirty="0">
                <a:solidFill>
                  <a:srgbClr val="FF00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1818</TotalTime>
  <Words>857</Words>
  <Application>Microsoft Office PowerPoint</Application>
  <PresentationFormat>On-screen Show (4:3)</PresentationFormat>
  <Paragraphs>121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ROHITH REDDY</cp:lastModifiedBy>
  <cp:revision>149</cp:revision>
  <dcterms:created xsi:type="dcterms:W3CDTF">2023-01-22T02:22:32Z</dcterms:created>
  <dcterms:modified xsi:type="dcterms:W3CDTF">2026-01-07T07:05:29Z</dcterms:modified>
</cp:coreProperties>
</file>